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196F3"/>
    <a:srgbClr val="E2EAF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89709" autoAdjust="0"/>
  </p:normalViewPr>
  <p:slideViewPr>
    <p:cSldViewPr snapToGrid="0">
      <p:cViewPr varScale="1">
        <p:scale>
          <a:sx n="109" d="100"/>
          <a:sy n="109" d="100"/>
        </p:scale>
        <p:origin x="125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DAA1187-A6ED-4D49-993A-A3FD468B59EE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88200E8-173A-4565-AC1A-E8993CD3BCD3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57403079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5E2BEE-7B06-D6AA-C9A8-8E5EF45EB11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AFCFFF-B17D-7015-0FE7-9CAADF6B6C2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0677071-2F29-1B31-05A6-2B965966D2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9FD0E1-42B3-7EA8-11AB-839EF882BD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5B2CF0-53E9-DBBB-8615-904D33C720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0445561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36AA7-15A5-2ED5-B0E7-9AB379B43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8BDBF2-5400-9120-A382-DC4CE731A54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AE84F7-AB87-09EC-33F4-AB1432AAAB0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634CF56-D64C-643B-B289-8B33A99E49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8FC96E7-932F-56B4-ABB2-EBFF3A8469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930254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662189-B7F9-3057-72D6-1F89EFD51E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FC6A6A7-DD6A-F9C3-A835-F86C8DC315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C7C1612-3AFC-8C14-021E-9B9C7B44B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30FEDBB-149C-D333-B30F-DC347EA5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DB68522-7A7C-A418-43C8-ABA611504B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85126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9C03F5-5251-47D3-8548-62EC5B4B43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2613B57-D852-C393-0B7A-9110843B5399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EB8643-E8AE-2E87-35D3-07140A9C629D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EA4416-42FA-EB54-4ABA-282F161F5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4BCF45-2A46-CF70-7F41-FC6BB4AF1F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DC3CDF8-7DFA-3A00-0AD8-85133C2093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19242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E28A915-EA65-1DE8-7777-2E3E7AEFD9B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A5F192-2CE6-9915-D331-8A81444F6AF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5A8FD8F-2E33-76FE-FB9D-7D269AF1338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F506CB8-AD79-21C7-E76C-0AFB44A67FD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133FFF-B710-20DB-62D2-7A79E871D35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4AEA6AB-9086-AB35-4B16-229272053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B7ACBF-7A63-B54F-525D-7A0C6C2A3C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E7315DC-6DD1-5C37-3294-26F6B4F5EC9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569479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890878-1DC6-BECA-F1ED-F1DE9400DC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AE69A35-F57D-8A92-E7E7-91076782E67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6924717-E218-C685-C3BC-296B20C4C6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A340F90-8499-68F6-B586-D1F0C3D87E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8402432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F070D439-7C7B-61E0-A601-D1183673A9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ED8BBCD3-B8A0-6F92-C876-EF965D29BA7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FEC2D2F-9258-1AA6-5E5B-910F05DE52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92335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745326-A4F4-F025-DEBF-5293562B13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6937F38-5261-DB79-8978-34BCBBBF04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D55E945A-0B5E-05F5-BF2D-6464A40D09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1A3D25E-48DD-F387-9966-4552F3AC797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4C9599-1C03-B917-7A9B-BA5040A81F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12E7499-AB34-ED43-4B02-CB764CED16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781937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FDEEEF-213A-8B1E-A833-99E692D6E0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875EF1B-86F0-F2D4-7026-4F079883EE2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F1B68CE-E1EA-BDFA-3E68-6D64DA8B838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02388D-AA52-AB57-B476-D6539578EB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694101-0824-2800-682E-CE2A4F833A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351F567-31A2-EAA5-A2EA-311E03D85B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012954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B1D405-402A-D9F7-528F-006F9A6C2F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172370D-0447-9744-50E9-F08360830D3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9E1A63-37F8-0A63-8EF3-51BB393288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141758-0773-5DEE-5EAF-973E497620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852120-B4D1-654B-873B-8A2912726F4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12813323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488FE4-145D-3A14-DEF2-CC14F48DB55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D323C11-F982-2CD8-BFAD-3ECA8DCA4A3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5061855-466A-62B9-F017-A2819A0A1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F3DCC3-9B2A-CC6B-249F-48FE3FC0DE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D76D371-E1E6-8B12-CAFD-C3E064BDFB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7658343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99FCF0A7-8121-4A4C-7244-18357081D1D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6B2428B-F2BD-24AD-C592-84F9DD46ADE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1018EF4-BCED-8E0C-3255-D582B049AB6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0A03750-222A-415C-A237-D524ECEC73DF}" type="datetimeFigureOut">
              <a:rPr lang="en-IN" smtClean="0"/>
              <a:t>01-12-2025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29C5DD-E138-84CE-6CAA-DA9981AB720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B61AB02-62D6-BC67-CE42-5336A7DC1CF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BA15946-AE77-4054-9C10-90EEB176F6BC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4922603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36F6EAAB-FC13-245D-D02C-36CEDA61E27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E2EAFC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30E12840-D892-BFF8-58F0-206AC14B236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933715" y="441800"/>
            <a:ext cx="1792224" cy="1008126"/>
          </a:xfrm>
          <a:prstGeom prst="rect">
            <a:avLst/>
          </a:prstGeom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5A6E6C0C-1C60-934E-6792-B1D55418FFB4}"/>
              </a:ext>
            </a:extLst>
          </p:cNvPr>
          <p:cNvSpPr/>
          <p:nvPr/>
        </p:nvSpPr>
        <p:spPr>
          <a:xfrm>
            <a:off x="91440" y="0"/>
            <a:ext cx="1792224" cy="6858000"/>
          </a:xfrm>
          <a:prstGeom prst="rect">
            <a:avLst/>
          </a:prstGeom>
          <a:solidFill>
            <a:srgbClr val="2196F3"/>
          </a:solidFill>
          <a:ln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6" name="Rectangle: Rounded Corners 15">
            <a:extLst>
              <a:ext uri="{FF2B5EF4-FFF2-40B4-BE49-F238E27FC236}">
                <a16:creationId xmlns:a16="http://schemas.microsoft.com/office/drawing/2014/main" id="{48BE0E1F-672D-6FD5-A396-259F1E3B0C87}"/>
              </a:ext>
            </a:extLst>
          </p:cNvPr>
          <p:cNvSpPr/>
          <p:nvPr/>
        </p:nvSpPr>
        <p:spPr>
          <a:xfrm>
            <a:off x="2116594" y="2204185"/>
            <a:ext cx="3251253" cy="2307654"/>
          </a:xfrm>
          <a:prstGeom prst="roundRect">
            <a:avLst>
              <a:gd name="adj" fmla="val 27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54DBEE9A-F02D-B620-AEA9-F416D73F856B}"/>
              </a:ext>
            </a:extLst>
          </p:cNvPr>
          <p:cNvSpPr/>
          <p:nvPr/>
        </p:nvSpPr>
        <p:spPr>
          <a:xfrm>
            <a:off x="5509337" y="2204184"/>
            <a:ext cx="2805987" cy="2307653"/>
          </a:xfrm>
          <a:prstGeom prst="roundRect">
            <a:avLst>
              <a:gd name="adj" fmla="val 27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18" name="Rectangle: Rounded Corners 17">
            <a:extLst>
              <a:ext uri="{FF2B5EF4-FFF2-40B4-BE49-F238E27FC236}">
                <a16:creationId xmlns:a16="http://schemas.microsoft.com/office/drawing/2014/main" id="{3A52B354-72B2-AB7A-02C7-C10CD955C1E5}"/>
              </a:ext>
            </a:extLst>
          </p:cNvPr>
          <p:cNvSpPr/>
          <p:nvPr/>
        </p:nvSpPr>
        <p:spPr>
          <a:xfrm>
            <a:off x="2116595" y="4639376"/>
            <a:ext cx="6198729" cy="2091087"/>
          </a:xfrm>
          <a:prstGeom prst="roundRect">
            <a:avLst>
              <a:gd name="adj" fmla="val 27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D68BF601-43D7-134F-880B-9E134730A53E}"/>
              </a:ext>
            </a:extLst>
          </p:cNvPr>
          <p:cNvSpPr/>
          <p:nvPr/>
        </p:nvSpPr>
        <p:spPr>
          <a:xfrm>
            <a:off x="8456814" y="2204184"/>
            <a:ext cx="3526639" cy="4526280"/>
          </a:xfrm>
          <a:prstGeom prst="roundRect">
            <a:avLst>
              <a:gd name="adj" fmla="val 2733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97320378-A986-C449-6C50-A1F5C3DB9743}"/>
              </a:ext>
            </a:extLst>
          </p:cNvPr>
          <p:cNvSpPr/>
          <p:nvPr/>
        </p:nvSpPr>
        <p:spPr>
          <a:xfrm>
            <a:off x="6490496" y="104100"/>
            <a:ext cx="5492957" cy="1951034"/>
          </a:xfrm>
          <a:prstGeom prst="roundRect">
            <a:avLst>
              <a:gd name="adj" fmla="val 4334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11C79386-6EF0-3CBE-9F70-F81BE1A92FC3}"/>
              </a:ext>
            </a:extLst>
          </p:cNvPr>
          <p:cNvSpPr/>
          <p:nvPr/>
        </p:nvSpPr>
        <p:spPr>
          <a:xfrm>
            <a:off x="424844" y="2475752"/>
            <a:ext cx="1125416" cy="404446"/>
          </a:xfrm>
          <a:prstGeom prst="roundRect">
            <a:avLst>
              <a:gd name="adj" fmla="val 204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530348DC-44AC-5090-E910-9683F3F63762}"/>
              </a:ext>
            </a:extLst>
          </p:cNvPr>
          <p:cNvSpPr/>
          <p:nvPr/>
        </p:nvSpPr>
        <p:spPr>
          <a:xfrm>
            <a:off x="424844" y="3172029"/>
            <a:ext cx="1125416" cy="404446"/>
          </a:xfrm>
          <a:prstGeom prst="roundRect">
            <a:avLst>
              <a:gd name="adj" fmla="val 204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59C836D7-9BFE-5D7B-EE86-9A5CA5DD63BE}"/>
              </a:ext>
            </a:extLst>
          </p:cNvPr>
          <p:cNvSpPr/>
          <p:nvPr/>
        </p:nvSpPr>
        <p:spPr>
          <a:xfrm>
            <a:off x="424844" y="3868307"/>
            <a:ext cx="1125416" cy="404446"/>
          </a:xfrm>
          <a:prstGeom prst="roundRect">
            <a:avLst>
              <a:gd name="adj" fmla="val 20440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7" name="Graphic 26" descr="Shopping cart with solid fill">
            <a:extLst>
              <a:ext uri="{FF2B5EF4-FFF2-40B4-BE49-F238E27FC236}">
                <a16:creationId xmlns:a16="http://schemas.microsoft.com/office/drawing/2014/main" id="{1AA65D7F-71B9-8E7D-42D5-71F1BCFCCBF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97877" y="364881"/>
            <a:ext cx="747345" cy="747345"/>
          </a:xfrm>
          <a:prstGeom prst="rect">
            <a:avLst/>
          </a:prstGeom>
        </p:spPr>
      </p:pic>
      <p:sp>
        <p:nvSpPr>
          <p:cNvPr id="28" name="TextBox 27">
            <a:extLst>
              <a:ext uri="{FF2B5EF4-FFF2-40B4-BE49-F238E27FC236}">
                <a16:creationId xmlns:a16="http://schemas.microsoft.com/office/drawing/2014/main" id="{742D6D87-5998-BF53-BFEA-7F45A4869A6D}"/>
              </a:ext>
            </a:extLst>
          </p:cNvPr>
          <p:cNvSpPr txBox="1"/>
          <p:nvPr/>
        </p:nvSpPr>
        <p:spPr>
          <a:xfrm>
            <a:off x="239352" y="1107774"/>
            <a:ext cx="1452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dirty="0">
                <a:solidFill>
                  <a:schemeClr val="bg1"/>
                </a:solidFill>
                <a:latin typeface="MS Gothic" panose="020B0609070205080204" pitchFamily="49" charset="-128"/>
                <a:ea typeface="MS Gothic" panose="020B0609070205080204" pitchFamily="49" charset="-128"/>
              </a:rPr>
              <a:t>Super Store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9541D5A9-FEFF-C4A7-D48D-8202F811D589}"/>
              </a:ext>
            </a:extLst>
          </p:cNvPr>
          <p:cNvCxnSpPr/>
          <p:nvPr/>
        </p:nvCxnSpPr>
        <p:spPr>
          <a:xfrm>
            <a:off x="261352" y="4585157"/>
            <a:ext cx="1452400" cy="0"/>
          </a:xfrm>
          <a:prstGeom prst="line">
            <a:avLst/>
          </a:prstGeom>
          <a:ln>
            <a:solidFill>
              <a:srgbClr val="E2EAFC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Connector 35">
            <a:extLst>
              <a:ext uri="{FF2B5EF4-FFF2-40B4-BE49-F238E27FC236}">
                <a16:creationId xmlns:a16="http://schemas.microsoft.com/office/drawing/2014/main" id="{8924177A-E1F5-D79B-DED4-9177783CB6D4}"/>
              </a:ext>
            </a:extLst>
          </p:cNvPr>
          <p:cNvCxnSpPr>
            <a:cxnSpLocks/>
          </p:cNvCxnSpPr>
          <p:nvPr/>
        </p:nvCxnSpPr>
        <p:spPr>
          <a:xfrm>
            <a:off x="8809322" y="4588088"/>
            <a:ext cx="2743200" cy="0"/>
          </a:xfrm>
          <a:prstGeom prst="line">
            <a:avLst/>
          </a:prstGeom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Rectangle: Rounded Corners 48">
            <a:extLst>
              <a:ext uri="{FF2B5EF4-FFF2-40B4-BE49-F238E27FC236}">
                <a16:creationId xmlns:a16="http://schemas.microsoft.com/office/drawing/2014/main" id="{5E91219F-6073-D00B-2CA0-8388CAF5539F}"/>
              </a:ext>
            </a:extLst>
          </p:cNvPr>
          <p:cNvSpPr/>
          <p:nvPr/>
        </p:nvSpPr>
        <p:spPr>
          <a:xfrm>
            <a:off x="4303545" y="127537"/>
            <a:ext cx="1994583" cy="873793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1" name="Rectangle: Rounded Corners 50">
            <a:extLst>
              <a:ext uri="{FF2B5EF4-FFF2-40B4-BE49-F238E27FC236}">
                <a16:creationId xmlns:a16="http://schemas.microsoft.com/office/drawing/2014/main" id="{FF80BD78-A462-8606-C80E-5E62B68E66F7}"/>
              </a:ext>
            </a:extLst>
          </p:cNvPr>
          <p:cNvSpPr/>
          <p:nvPr/>
        </p:nvSpPr>
        <p:spPr>
          <a:xfrm>
            <a:off x="2096313" y="113877"/>
            <a:ext cx="1994583" cy="873793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2" name="Rectangle: Rounded Corners 51">
            <a:extLst>
              <a:ext uri="{FF2B5EF4-FFF2-40B4-BE49-F238E27FC236}">
                <a16:creationId xmlns:a16="http://schemas.microsoft.com/office/drawing/2014/main" id="{89D2F7FE-93DC-CB55-74BA-13040AE1D096}"/>
              </a:ext>
            </a:extLst>
          </p:cNvPr>
          <p:cNvSpPr/>
          <p:nvPr/>
        </p:nvSpPr>
        <p:spPr>
          <a:xfrm>
            <a:off x="2116594" y="1156187"/>
            <a:ext cx="1994583" cy="873793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  <p:sp>
        <p:nvSpPr>
          <p:cNvPr id="53" name="Rectangle: Rounded Corners 52">
            <a:extLst>
              <a:ext uri="{FF2B5EF4-FFF2-40B4-BE49-F238E27FC236}">
                <a16:creationId xmlns:a16="http://schemas.microsoft.com/office/drawing/2014/main" id="{39875F24-9478-C9E6-3518-B0A693A9B854}"/>
              </a:ext>
            </a:extLst>
          </p:cNvPr>
          <p:cNvSpPr/>
          <p:nvPr/>
        </p:nvSpPr>
        <p:spPr>
          <a:xfrm>
            <a:off x="4303545" y="1150380"/>
            <a:ext cx="1994583" cy="873793"/>
          </a:xfrm>
          <a:prstGeom prst="roundRect">
            <a:avLst>
              <a:gd name="adj" fmla="val 7857"/>
            </a:avLst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62966740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306</TotalTime>
  <Words>2</Words>
  <Application>Microsoft Office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MS Gothic</vt:lpstr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haneesh nellore</dc:creator>
  <cp:lastModifiedBy>haneesh nellore</cp:lastModifiedBy>
  <cp:revision>4</cp:revision>
  <dcterms:created xsi:type="dcterms:W3CDTF">2025-12-01T16:26:49Z</dcterms:created>
  <dcterms:modified xsi:type="dcterms:W3CDTF">2025-12-02T02:12:05Z</dcterms:modified>
</cp:coreProperties>
</file>